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1" r:id="rId3"/>
    <p:sldId id="262" r:id="rId4"/>
    <p:sldId id="258" r:id="rId5"/>
    <p:sldId id="259" r:id="rId6"/>
    <p:sldId id="257" r:id="rId7"/>
    <p:sldId id="260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06236"/>
            <a:ext cx="8458200" cy="1470025"/>
          </a:xfrm>
        </p:spPr>
        <p:txBody>
          <a:bodyPr/>
          <a:lstStyle/>
          <a:p>
            <a:r>
              <a:rPr lang="en-US" dirty="0" smtClean="0"/>
              <a:t>GROUP 03- </a:t>
            </a:r>
            <a:r>
              <a:rPr smtClean="0"/>
              <a:t>Highcloud </a:t>
            </a:r>
            <a:r>
              <a:t>Airlines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Insights, Challenges, Solutions </a:t>
            </a:r>
            <a:r>
              <a:rPr/>
              <a:t>&amp; </a:t>
            </a:r>
            <a:r>
              <a:rPr smtClean="0"/>
              <a:t>Recommendations</a:t>
            </a:r>
            <a:endParaRPr lang="en-IN" dirty="0" smtClean="0"/>
          </a:p>
          <a:p>
            <a:endParaRPr lang="en-US" dirty="0" smtClean="0"/>
          </a:p>
          <a:p>
            <a:r>
              <a:rPr lang="en-US" dirty="0" smtClean="0"/>
              <a:t>Made By:- </a:t>
            </a:r>
            <a:r>
              <a:rPr lang="en-US" dirty="0" err="1" smtClean="0"/>
              <a:t>Shreerajsingh</a:t>
            </a:r>
            <a:r>
              <a:rPr lang="en-US" dirty="0" smtClean="0"/>
              <a:t> </a:t>
            </a:r>
            <a:r>
              <a:rPr lang="en-US" dirty="0" err="1" smtClean="0"/>
              <a:t>Chouhan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Linga</a:t>
            </a:r>
            <a:r>
              <a:rPr lang="en-US" dirty="0" smtClean="0"/>
              <a:t> Reddy</a:t>
            </a:r>
            <a:br>
              <a:rPr lang="en-US" dirty="0" smtClean="0"/>
            </a:br>
            <a:r>
              <a:rPr lang="en-US" dirty="0" err="1" smtClean="0"/>
              <a:t>Nirakar</a:t>
            </a:r>
            <a:r>
              <a:rPr lang="en-US" dirty="0" smtClean="0"/>
              <a:t> </a:t>
            </a:r>
            <a:r>
              <a:rPr lang="en-US" dirty="0" err="1" smtClean="0"/>
              <a:t>Rao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Analyzed </a:t>
            </a:r>
            <a:r>
              <a:rPr lang="en-US" dirty="0" err="1" smtClean="0"/>
              <a:t>Highcloud</a:t>
            </a:r>
            <a:r>
              <a:rPr lang="en-US" dirty="0" smtClean="0"/>
              <a:t> Airlines dataset using </a:t>
            </a:r>
            <a:r>
              <a:rPr lang="en-US" dirty="0" smtClean="0"/>
              <a:t>SQL, </a:t>
            </a:r>
            <a:r>
              <a:rPr lang="en-US" dirty="0" smtClean="0"/>
              <a:t>Power </a:t>
            </a:r>
            <a:r>
              <a:rPr lang="en-US" dirty="0" smtClean="0"/>
              <a:t>BI, Excel and Tableau.</a:t>
            </a:r>
          </a:p>
          <a:p>
            <a:endParaRPr lang="en-US" dirty="0" smtClean="0"/>
          </a:p>
          <a:p>
            <a:r>
              <a:rPr lang="en-US" dirty="0" smtClean="0"/>
              <a:t>Created KPIs for passenger trends, load factor, carrier performance, and route demand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Developed interactive dashboards for strategic decision-making.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7828384" cy="4185396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Clean and preprocess data for accuracy and consistency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Generate time-based metrics such as yearly, monthly, and quarterly insights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Evaluate load factors by carrier, region, aircraft type, and day type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Identify top-performing carriers, aircraft, and high-demand routes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Provide recommendations to improve operational efficiency and revenue.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1696"/>
            <a:ext cx="8229600" cy="1066800"/>
          </a:xfrm>
        </p:spPr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8496"/>
            <a:ext cx="4805265" cy="452628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Column names contained special characters such as %, #, and hyphens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Missing values in key fields like </a:t>
            </a:r>
            <a:r>
              <a:rPr lang="en-US" dirty="0" err="1" smtClean="0"/>
              <a:t>Airline_ID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Dataset required multiple transformations for date and load factor calculations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Complex schema across carriers, aircraft types, states, and routes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/>
          </a:p>
          <a:p>
            <a:endParaRPr/>
          </a:p>
        </p:txBody>
      </p:sp>
      <p:pic>
        <p:nvPicPr>
          <p:cNvPr id="4" name="Image 0" descr="https://search-letsfade-com.herokuapp.com/proxy?url=https://proventainternational.com/wp-content/uploads/2023/07/comic2023_compliance_rules_and_law_regulation_policy_on_virtual_0269f7c9-2238-4bc9-8ccb-8976fae5d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489" y="2509934"/>
            <a:ext cx="2357311" cy="2099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7314"/>
            <a:ext cx="8229600" cy="1066800"/>
          </a:xfrm>
        </p:spPr>
        <p:txBody>
          <a:bodyPr/>
          <a:lstStyle/>
          <a:p>
            <a:r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Renamed columns using backticks and proper SQL-safe </a:t>
            </a:r>
            <a:r>
              <a:rPr/>
              <a:t>identifiers</a:t>
            </a:r>
            <a:r>
              <a:rPr smtClean="0"/>
              <a:t>.</a:t>
            </a:r>
            <a:endParaRPr lang="en-IN" dirty="0" smtClean="0"/>
          </a:p>
          <a:p>
            <a:endParaRPr/>
          </a:p>
          <a:p>
            <a:r>
              <a:t>- Cleaned nulls and standardized missing </a:t>
            </a:r>
            <a:r>
              <a:rPr/>
              <a:t>values</a:t>
            </a:r>
            <a:r>
              <a:rPr smtClean="0"/>
              <a:t>.</a:t>
            </a:r>
            <a:endParaRPr lang="en-IN" dirty="0" smtClean="0"/>
          </a:p>
          <a:p>
            <a:endParaRPr/>
          </a:p>
          <a:p>
            <a:r>
              <a:t>- Created a consolidated date field for time-based </a:t>
            </a:r>
            <a:r>
              <a:rPr/>
              <a:t>analysis</a:t>
            </a:r>
            <a:r>
              <a:rPr smtClean="0"/>
              <a:t>.</a:t>
            </a:r>
            <a:endParaRPr lang="en-IN" dirty="0" smtClean="0"/>
          </a:p>
          <a:p>
            <a:endParaRPr/>
          </a:p>
          <a:p>
            <a:r>
              <a:rPr smtClean="0"/>
              <a:t>-</a:t>
            </a:r>
            <a:r>
              <a:rPr lang="en-US" dirty="0" smtClean="0"/>
              <a:t>Created relationships in Power Bi</a:t>
            </a:r>
            <a:r>
              <a:rPr lang="en-US" dirty="0" smtClean="0"/>
              <a:t>.</a:t>
            </a:r>
          </a:p>
          <a:p>
            <a:endParaRPr/>
          </a:p>
          <a:p>
            <a:r>
              <a:t>- Designed Power BI dashboards with slicers &amp; KPIs.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241" y="463421"/>
            <a:ext cx="8229600" cy="1066800"/>
          </a:xfrm>
        </p:spPr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530221"/>
            <a:ext cx="5872288" cy="4935894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Load Factor increased consistently from 2008 to 2013, reaching up to 78</a:t>
            </a:r>
            <a:r>
              <a:rPr lang="en-US" dirty="0" smtClean="0"/>
              <a:t>%.</a:t>
            </a:r>
          </a:p>
          <a:p>
            <a:endParaRPr lang="en-US" dirty="0" smtClean="0"/>
          </a:p>
          <a:p>
            <a:r>
              <a:rPr lang="en-US" dirty="0" smtClean="0"/>
              <a:t>Domestic carriers contribute nearly 90% of total passengers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Boeing 737-700 is the most used aircraft with over 23M passengers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Carrier performance shows major carriers dominate with over 50K airline IDs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Passenger volume peaked in 2011–2012 before slightly decreasing in 2013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Load Factor distribution is almost equal on weekdays and weekends.</a:t>
            </a:r>
            <a:endParaRPr/>
          </a:p>
        </p:txBody>
      </p:sp>
      <p:pic>
        <p:nvPicPr>
          <p:cNvPr id="5" name="Image 0" descr="https://search-letsfade-com.herokuapp.com/proxy?url=https://thenextscoop.com/wp-content/uploads/2022/10/Group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827" y="2276670"/>
            <a:ext cx="2587246" cy="20123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578" y="435429"/>
            <a:ext cx="8229600" cy="1066800"/>
          </a:xfrm>
        </p:spPr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3665" y="1646237"/>
            <a:ext cx="5253135" cy="452628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Expand fleet capacity on high-demand Boeing 737 routes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Strengthen international operations to reduce over-dependence on domestic traffic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Introduce weekend offers to boost slightly lower weekend occupancy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Enhance operational planning around high-load months and quarters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Improve performance of low-performing carriers through strategic partnerships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Focus marketing initiatives on high-demand city-to-city routes.</a:t>
            </a:r>
          </a:p>
          <a:p>
            <a:endParaRPr/>
          </a:p>
        </p:txBody>
      </p:sp>
      <p:pic>
        <p:nvPicPr>
          <p:cNvPr id="4" name="Image 0" descr="https://search-letsfade-com.herokuapp.com/proxy?url=https://thumbs.dreamstime.com/b/text-sign-showing-final-thoughts-conceptual-photo-conclusion-last-analysis-recommendations-finale-idea-business-1825359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78" y="2299996"/>
            <a:ext cx="2976465" cy="2315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7314"/>
            <a:ext cx="8229600" cy="1066800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 analysis successfully uncovered key aviation trends and performance metrics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Insights enable more informed fleet, route, and capacity planning decisions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Power BI dashboards offer continuous monitoring for business improvements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Highcloud</a:t>
            </a:r>
            <a:r>
              <a:rPr lang="en-US" dirty="0" smtClean="0"/>
              <a:t> Airlines can leverage insights to enhance growth and operational efficiency.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271</TotalTime>
  <Words>383</Words>
  <Application>Microsoft Macintosh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Urban</vt:lpstr>
      <vt:lpstr>GROUP 03- Highcloud Airlines Analytics Project</vt:lpstr>
      <vt:lpstr>Project Overview</vt:lpstr>
      <vt:lpstr>Project Objectives</vt:lpstr>
      <vt:lpstr>Challenges Faced</vt:lpstr>
      <vt:lpstr>Solutions Implemented</vt:lpstr>
      <vt:lpstr>Key Insights</vt:lpstr>
      <vt:lpstr>Recommendations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Highcloud Airlines Analytics Project</dc:title>
  <dc:creator>Shreerajsingh Chouhan</dc:creator>
  <dc:description>generated using python-pptx</dc:description>
  <cp:lastModifiedBy>Shreerajsingh Chouhan</cp:lastModifiedBy>
  <cp:revision>24</cp:revision>
  <dcterms:created xsi:type="dcterms:W3CDTF">2013-01-27T09:14:16Z</dcterms:created>
  <dcterms:modified xsi:type="dcterms:W3CDTF">2025-12-01T12:17:59Z</dcterms:modified>
</cp:coreProperties>
</file>